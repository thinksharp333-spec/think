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audience: "Good morning — I'm Puneet Rathi, and today I'll present my internship project, EcoLearn Adaptive: a full-stack, offline-first adaptive learning platform I built as a PWA for students in low-connectivity regions."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in human terms first; these stats are sector-level references, not our product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objectives briefly — pick one sentence per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solution in one sentence, then highlight each of the three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categories. Highlight why each tool was chosen, not just that it's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 end-to-end: student taps book → client checks Dexie → cache miss → /api/proxy-pdf → Google Drive → response streamed back → cached in IndexedDB → rendered by react-pdf. All writes go through /api/sync and land in Supabase Postgres, where triggers recompute analytics views. Middleware protects /api/admin/*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three pipelines in order:
1. CONTENT — an admin uploads a PDF to Google Drive, registers it in Supabase, and calls Claude via /api/generate-questions to auto-generate a comprehension quiz.
2. STUDENT — a student signs in with OTP, browses the catalogue, streams the PDF (cached to IndexedDB on first read), reads offline, and takes the quiz; points are logged locally.
3. SYNC — every offline write lives in Dexie's syncQueue. The moment the device is online again, /api/sync replays these idempotent operations to Supabase; materialised views recompute and the admin dashboard reflects the updated stats.
Everything is idempotent: retries are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one vivid example per card — e.g. the reader handles Devanagari via pdfjs cmaps.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admin side the biggest win is AI quiz generation — it removes the per-book manual work that made the old platform unscalable.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student's journey from sign-up to sync — every arrow maps to a real event in the sync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two empty frames with real screenshots of the student dashboard and the PDF reader. Walk the teacher through what they'd see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two empty frames with screenshots of the admin analytics dashboard and the leaderboard. Point out the geographic map and the 3-tier podium.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the three biggest were offline consistency, PDF performance, and AI output reliability.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 pick one concrete engineering detail; don't recite the whole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"We haven't deployed yet, so I don't have real usage numbers. What I can speak to is what I learned building it."
Walk the left grid quickly — these are the six technical areas I levelled up in.
On the right, the softer wins — writing code for real users, not toys; debugging across layers; and explaining it to non-engineers (which is what I'm doing right now).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over-promise — phrase this as "where I'd take it next after deployment."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EcoLearn Adaptive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ThinkSharp Digital Library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Gamified, Offline-First Adaptive Learning Platform for Students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59436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Puneet Rathi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Intern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[Teacher Name]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663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 2026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9808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students in semi-urban and rural regions struggle to access quality reading material. Unreliable internet, limited devices, and non-personalised content make traditional e-learning platforms unusable outside the classroom.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dependence on constant internet connectivity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one-size-fits-all content that ignores the learner’s level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engagement — no gamification or sense of progress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lack real-time visibility into reading habits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across schools, grades, and districts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0" y="1828800"/>
            <a:ext cx="109728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96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052560" y="1965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students 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internet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337560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3337560"/>
            <a:ext cx="109728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34747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052560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drop-off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feedback loops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4846320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4846320"/>
            <a:ext cx="10972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983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52560" y="4983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schools track reading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digitally today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of the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First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low-bandwidth, intermittent-connectivity environments.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7298" y="205740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7298" y="288036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Gamified Engagement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7298" y="329184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avatars and leaderboards that keep kids coming 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05877" y="178308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0197" y="205740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789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0197" y="288036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80197" y="329184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quizzes that scale difficulty with the book’s length and level.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685800" cy="6858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994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25780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Analytics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4400" y="566928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school, grade and geographic drill-down.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978" y="416052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7298" y="443484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890" y="459943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7298" y="525780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&amp; Scalable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97298" y="566928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OTP auth and offline-first data sync.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05877" y="4160520"/>
            <a:ext cx="340857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0197" y="443484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789" y="459943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0197" y="5257800"/>
            <a:ext cx="2859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Multi-School Rollout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280197" y="5669280"/>
            <a:ext cx="2859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supporting multiple schools, taluks and districts.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 Progressive Web App that combines a gamified student reader, AI-generated quizzes, and a data-rich admin dashboard — built on a single Next.js + Supabase stack.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45429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33756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351312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062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 + Rewards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498348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reader with progress tracking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evolution as you read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across schools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8698" y="3063240"/>
            <a:ext cx="345429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3018" y="33375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83" y="35131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3018" y="42062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43018" y="44805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+ Insights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643018" y="498348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book upload (Drive)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analytics dashboard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97317" y="3063240"/>
            <a:ext cx="345429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71637" y="333756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202" y="35131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1637" y="4206240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371637" y="448056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Offline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371637" y="498348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 to home screen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local cache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queue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14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406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79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16.1 (App Router)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0148" y="1691640"/>
            <a:ext cx="53414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4468" y="196596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07428" y="1965960"/>
            <a:ext cx="406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Auth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0188" y="2651760"/>
            <a:ext cx="479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OTP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14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4512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97680"/>
            <a:ext cx="406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&amp; PWA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60120" y="4983480"/>
            <a:ext cx="479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 (IndexedDB)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next-pwa service worker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queue + retry logic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strategies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0148" y="4023360"/>
            <a:ext cx="53414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84468" y="429768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087" y="44512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7428" y="4297680"/>
            <a:ext cx="4061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PDF &amp; Charts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530188" y="4983480"/>
            <a:ext cx="47928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SDK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react-pdf + pdfjs-dist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react-simple-maps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&amp; XLSX export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/  BROWSER  (PWA)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7528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· React 19 · runs on phone / tablet / laptop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21992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21992"/>
            <a:ext cx="252214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76856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  /read  /leaderboard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5000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82264" y="2221992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2264" y="2221992"/>
            <a:ext cx="252214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7984" y="2276856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· Cards · Charts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416" y="23500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87288" y="2221992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87288" y="2221992"/>
            <a:ext cx="252214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33008" y="2276856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(next-pwa cache)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440" y="2350008"/>
            <a:ext cx="237744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892311" y="2221992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92311" y="2221992"/>
            <a:ext cx="252214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938031" y="2276856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(IndexedDB stores)</a:t>
            </a:r>
            <a:endParaRPr lang="en-US" sz="10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463" y="2350008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8640" y="3291840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40156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3401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/  EDGE TIER  (Next.js API Routes)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931920" y="3401568"/>
            <a:ext cx="7528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handlers · role-based middleware · input validation · JSON in / JSON out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77240" y="3794760"/>
            <a:ext cx="198113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7240" y="3794760"/>
            <a:ext cx="1981139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" y="3849624"/>
            <a:ext cx="18896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/api/send-otp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/api/verify-otp</a:t>
            </a:r>
            <a:endParaRPr lang="en-US" sz="10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22776"/>
            <a:ext cx="237744" cy="23774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941259" y="3794760"/>
            <a:ext cx="198113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941259" y="3794760"/>
            <a:ext cx="1981139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986979" y="3849624"/>
            <a:ext cx="18896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/api/proxy-pdf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(CORS bypass)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4411" y="3922776"/>
            <a:ext cx="237744" cy="2377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105278" y="3794760"/>
            <a:ext cx="198113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105278" y="3794760"/>
            <a:ext cx="1981139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150998" y="3849624"/>
            <a:ext cx="18896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(batch)</a:t>
            </a:r>
            <a:endParaRPr lang="en-US" sz="105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430" y="3922776"/>
            <a:ext cx="237744" cy="237744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7269297" y="3794760"/>
            <a:ext cx="198113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7269297" y="3794760"/>
            <a:ext cx="1981139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315017" y="3849624"/>
            <a:ext cx="18896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/api/sync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 replay)</a:t>
            </a:r>
            <a:endParaRPr lang="en-US" sz="105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449" y="3922776"/>
            <a:ext cx="237744" cy="237744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9433316" y="3794760"/>
            <a:ext cx="1981139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9433316" y="3794760"/>
            <a:ext cx="1981139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9479036" y="3849624"/>
            <a:ext cx="18896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/api/admin/*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middleware</a:t>
            </a:r>
            <a:endParaRPr lang="en-US" sz="105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6468" y="3922776"/>
            <a:ext cx="237744" cy="237744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548640" y="4864608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731520" y="4974336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31520" y="49743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&amp;  EXTERNAL SERVICES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3931920" y="4974336"/>
            <a:ext cx="7528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AI, and content sources the API tier talks to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777240" y="5367528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777240" y="5367528"/>
            <a:ext cx="252214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822960" y="5422392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books · reading_sessions 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book_reviews · schools · quiz_attempts</a:t>
            </a:r>
            <a:endParaRPr lang="en-US" sz="105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" y="5495544"/>
            <a:ext cx="237744" cy="237744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3482264" y="5367528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3482264" y="5367528"/>
            <a:ext cx="252214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3527984" y="5422392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JWT · RLS policies</a:t>
            </a:r>
            <a:endParaRPr lang="en-US" sz="105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5416" y="5495544"/>
            <a:ext cx="237744" cy="237744"/>
          </a:xfrm>
          <a:prstGeom prst="rect">
            <a:avLst/>
          </a:prstGeom>
        </p:spPr>
      </p:pic>
      <p:sp>
        <p:nvSpPr>
          <p:cNvPr id="60" name="Shape 47"/>
          <p:cNvSpPr/>
          <p:nvPr/>
        </p:nvSpPr>
        <p:spPr>
          <a:xfrm>
            <a:off x="6187288" y="5367528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6187288" y="5367528"/>
            <a:ext cx="252214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6233008" y="5422392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storage &amp; streams</a:t>
            </a:r>
            <a:endParaRPr lang="en-US" sz="1050" dirty="0"/>
          </a:p>
        </p:txBody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0440" y="5495544"/>
            <a:ext cx="237744" cy="237744"/>
          </a:xfrm>
          <a:prstGeom prst="rect">
            <a:avLst/>
          </a:prstGeom>
        </p:spPr>
      </p:pic>
      <p:sp>
        <p:nvSpPr>
          <p:cNvPr id="64" name="Shape 50"/>
          <p:cNvSpPr/>
          <p:nvPr/>
        </p:nvSpPr>
        <p:spPr>
          <a:xfrm>
            <a:off x="8892311" y="5367528"/>
            <a:ext cx="2522144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8892311" y="5367528"/>
            <a:ext cx="252214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8938031" y="5422392"/>
            <a:ext cx="2430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 LLM</a:t>
            </a:r>
            <a:endParaRPr lang="en-US" sz="105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5463" y="5495544"/>
            <a:ext cx="237744" cy="237744"/>
          </a:xfrm>
          <a:prstGeom prst="rect">
            <a:avLst/>
          </a:prstGeom>
        </p:spPr>
      </p:pic>
      <p:sp>
        <p:nvSpPr>
          <p:cNvPr id="68" name="Shape 53"/>
          <p:cNvSpPr/>
          <p:nvPr/>
        </p:nvSpPr>
        <p:spPr>
          <a:xfrm>
            <a:off x="5272888" y="2999232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9" name="Shape 54"/>
          <p:cNvSpPr/>
          <p:nvPr/>
        </p:nvSpPr>
        <p:spPr>
          <a:xfrm>
            <a:off x="6918808" y="3291840"/>
            <a:ext cx="0" cy="-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0" name="Text 55"/>
          <p:cNvSpPr/>
          <p:nvPr/>
        </p:nvSpPr>
        <p:spPr>
          <a:xfrm>
            <a:off x="3992728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request  ➜</a:t>
            </a:r>
            <a:endParaRPr lang="en-US" sz="950" dirty="0"/>
          </a:p>
        </p:txBody>
      </p:sp>
      <p:sp>
        <p:nvSpPr>
          <p:cNvPr id="71" name="Text 56"/>
          <p:cNvSpPr/>
          <p:nvPr/>
        </p:nvSpPr>
        <p:spPr>
          <a:xfrm>
            <a:off x="6964528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 JSON response</a:t>
            </a:r>
            <a:endParaRPr lang="en-US" sz="950" dirty="0"/>
          </a:p>
        </p:txBody>
      </p:sp>
      <p:sp>
        <p:nvSpPr>
          <p:cNvPr id="72" name="Shape 57"/>
          <p:cNvSpPr/>
          <p:nvPr/>
        </p:nvSpPr>
        <p:spPr>
          <a:xfrm>
            <a:off x="5272888" y="457200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3" name="Shape 58"/>
          <p:cNvSpPr/>
          <p:nvPr/>
        </p:nvSpPr>
        <p:spPr>
          <a:xfrm>
            <a:off x="6918808" y="4864608"/>
            <a:ext cx="0" cy="-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4" name="Text 59"/>
          <p:cNvSpPr/>
          <p:nvPr/>
        </p:nvSpPr>
        <p:spPr>
          <a:xfrm>
            <a:off x="3992728" y="4590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REST call  ➜</a:t>
            </a:r>
            <a:endParaRPr lang="en-US" sz="950" dirty="0"/>
          </a:p>
        </p:txBody>
      </p:sp>
      <p:sp>
        <p:nvSpPr>
          <p:cNvPr id="75" name="Text 60"/>
          <p:cNvSpPr/>
          <p:nvPr/>
        </p:nvSpPr>
        <p:spPr>
          <a:xfrm>
            <a:off x="6964528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 rows / tokens</a:t>
            </a:r>
            <a:endParaRPr lang="en-US" sz="950" dirty="0"/>
          </a:p>
        </p:txBody>
      </p:sp>
      <p:sp>
        <p:nvSpPr>
          <p:cNvPr id="76" name="Text 61"/>
          <p:cNvSpPr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request is first served by the local Dexie cache; only cache-misses and writes traverse the API tier to Supabase, Drive and Claude.</a:t>
            </a:r>
            <a:endParaRPr lang="en-US" sz="1050" dirty="0"/>
          </a:p>
        </p:txBody>
      </p:sp>
      <p:sp>
        <p:nvSpPr>
          <p:cNvPr id="77" name="Text 6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78" name="Text 6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Complete System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1828800"/>
            <a:ext cx="8214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➜ Drive ➜ Claude ➜ Supabase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1284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2848"/>
            <a:ext cx="187141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6771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PDF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40864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66939" y="2569464"/>
            <a:ext cx="283464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68691" y="221284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68691" y="2212848"/>
            <a:ext cx="187141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4411" y="226771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43" y="2340864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858390" y="2569464"/>
            <a:ext cx="283464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160142" y="221284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60142" y="2212848"/>
            <a:ext cx="187141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05862" y="226771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(title,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language)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94" y="2340864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049841" y="2569464"/>
            <a:ext cx="283464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351593" y="221284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51593" y="2212848"/>
            <a:ext cx="187141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97313" y="226771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calls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45" y="2340864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241292" y="2569464"/>
            <a:ext cx="283464" cy="0"/>
          </a:xfrm>
          <a:prstGeom prst="line">
            <a:avLst/>
          </a:prstGeom>
          <a:noFill/>
          <a:ln w="2222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543044" y="221284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543044" y="2212848"/>
            <a:ext cx="1871411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588764" y="226771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saved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quiz_attempts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196" y="2340864"/>
            <a:ext cx="237744" cy="23774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48640" y="3246120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731520" y="33375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31520" y="3337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PIPELINE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246120" y="3337560"/>
            <a:ext cx="8214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➜ Read ➜ Quiz ➜ Points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77240" y="372160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77240" y="3721608"/>
            <a:ext cx="1871411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22960" y="377647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Auth)</a:t>
            </a:r>
            <a:endParaRPr lang="en-US" sz="1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849624"/>
            <a:ext cx="237744" cy="237744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2666939" y="4078224"/>
            <a:ext cx="283464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2968691" y="372160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2968691" y="3721608"/>
            <a:ext cx="1871411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014411" y="377647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&amp; cached</a:t>
            </a:r>
            <a:endParaRPr lang="en-US" sz="10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843" y="3849624"/>
            <a:ext cx="237744" cy="237744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4858390" y="4078224"/>
            <a:ext cx="283464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5160142" y="372160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160142" y="3721608"/>
            <a:ext cx="1871411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5205862" y="377647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streamed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/api/proxy-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Dexie</a:t>
            </a:r>
            <a:endParaRPr lang="en-US" sz="10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3294" y="3849624"/>
            <a:ext cx="237744" cy="237744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7049841" y="4078224"/>
            <a:ext cx="283464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7351593" y="372160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351593" y="3721608"/>
            <a:ext cx="1871411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7397313" y="377647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(react-pdf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pdfjs worker)</a:t>
            </a:r>
            <a:endParaRPr lang="en-US" sz="1000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745" y="3849624"/>
            <a:ext cx="237744" cy="237744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9241292" y="4078224"/>
            <a:ext cx="283464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9543044" y="372160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9543044" y="3721608"/>
            <a:ext cx="1871411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9588764" y="377647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quiz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log)</a:t>
            </a:r>
            <a:endParaRPr lang="en-US" sz="1000" dirty="0"/>
          </a:p>
        </p:txBody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6196" y="3849624"/>
            <a:ext cx="237744" cy="237744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548640" y="4754880"/>
            <a:ext cx="110944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731520" y="4846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731520" y="484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ANALYTICS</a:t>
            </a:r>
            <a:endParaRPr lang="en-US" sz="1000" dirty="0"/>
          </a:p>
        </p:txBody>
      </p:sp>
      <p:sp>
        <p:nvSpPr>
          <p:cNvPr id="63" name="Text 51"/>
          <p:cNvSpPr/>
          <p:nvPr/>
        </p:nvSpPr>
        <p:spPr>
          <a:xfrm>
            <a:off x="3246120" y="4846320"/>
            <a:ext cx="8214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➜ Replay ➜ Views ➜ Admin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777240" y="523036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777240" y="5230368"/>
            <a:ext cx="187141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822960" y="528523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in Dexie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(syncQueue)</a:t>
            </a:r>
            <a:endParaRPr lang="en-US" sz="100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" y="5358384"/>
            <a:ext cx="237744" cy="237744"/>
          </a:xfrm>
          <a:prstGeom prst="rect">
            <a:avLst/>
          </a:prstGeom>
        </p:spPr>
      </p:pic>
      <p:sp>
        <p:nvSpPr>
          <p:cNvPr id="68" name="Shape 55"/>
          <p:cNvSpPr/>
          <p:nvPr/>
        </p:nvSpPr>
        <p:spPr>
          <a:xfrm>
            <a:off x="2666939" y="5586984"/>
            <a:ext cx="283464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9" name="Shape 56"/>
          <p:cNvSpPr/>
          <p:nvPr/>
        </p:nvSpPr>
        <p:spPr>
          <a:xfrm>
            <a:off x="2968691" y="523036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2968691" y="5230368"/>
            <a:ext cx="187141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58"/>
          <p:cNvSpPr/>
          <p:nvPr/>
        </p:nvSpPr>
        <p:spPr>
          <a:xfrm>
            <a:off x="3014411" y="528523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returns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auto-trigger</a:t>
            </a:r>
            <a:endParaRPr lang="en-US" sz="1000" dirty="0"/>
          </a:p>
        </p:txBody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1843" y="5358384"/>
            <a:ext cx="237744" cy="237744"/>
          </a:xfrm>
          <a:prstGeom prst="rect">
            <a:avLst/>
          </a:prstGeom>
        </p:spPr>
      </p:pic>
      <p:sp>
        <p:nvSpPr>
          <p:cNvPr id="73" name="Shape 59"/>
          <p:cNvSpPr/>
          <p:nvPr/>
        </p:nvSpPr>
        <p:spPr>
          <a:xfrm>
            <a:off x="4858390" y="5586984"/>
            <a:ext cx="283464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4" name="Shape 60"/>
          <p:cNvSpPr/>
          <p:nvPr/>
        </p:nvSpPr>
        <p:spPr>
          <a:xfrm>
            <a:off x="5160142" y="523036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5160142" y="5230368"/>
            <a:ext cx="187141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5205862" y="528523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/api/sync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(idempotent ops)</a:t>
            </a:r>
            <a:endParaRPr lang="en-US" sz="1000" dirty="0"/>
          </a:p>
        </p:txBody>
      </p:sp>
      <p:pic>
        <p:nvPicPr>
          <p:cNvPr id="7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3294" y="5358384"/>
            <a:ext cx="237744" cy="237744"/>
          </a:xfrm>
          <a:prstGeom prst="rect">
            <a:avLst/>
          </a:prstGeom>
        </p:spPr>
      </p:pic>
      <p:sp>
        <p:nvSpPr>
          <p:cNvPr id="78" name="Shape 63"/>
          <p:cNvSpPr/>
          <p:nvPr/>
        </p:nvSpPr>
        <p:spPr>
          <a:xfrm>
            <a:off x="7049841" y="5586984"/>
            <a:ext cx="283464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9" name="Shape 64"/>
          <p:cNvSpPr/>
          <p:nvPr/>
        </p:nvSpPr>
        <p:spPr>
          <a:xfrm>
            <a:off x="7351593" y="523036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0" name="Shape 65"/>
          <p:cNvSpPr/>
          <p:nvPr/>
        </p:nvSpPr>
        <p:spPr>
          <a:xfrm>
            <a:off x="7351593" y="5230368"/>
            <a:ext cx="187141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66"/>
          <p:cNvSpPr/>
          <p:nvPr/>
        </p:nvSpPr>
        <p:spPr>
          <a:xfrm>
            <a:off x="7397313" y="528523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upsert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triggers run</a:t>
            </a:r>
            <a:endParaRPr lang="en-US" sz="1000" dirty="0"/>
          </a:p>
        </p:txBody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4745" y="5358384"/>
            <a:ext cx="237744" cy="237744"/>
          </a:xfrm>
          <a:prstGeom prst="rect">
            <a:avLst/>
          </a:prstGeom>
        </p:spPr>
      </p:pic>
      <p:sp>
        <p:nvSpPr>
          <p:cNvPr id="83" name="Shape 67"/>
          <p:cNvSpPr/>
          <p:nvPr/>
        </p:nvSpPr>
        <p:spPr>
          <a:xfrm>
            <a:off x="9241292" y="5586984"/>
            <a:ext cx="283464" cy="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4" name="Shape 68"/>
          <p:cNvSpPr/>
          <p:nvPr/>
        </p:nvSpPr>
        <p:spPr>
          <a:xfrm>
            <a:off x="9543044" y="5230368"/>
            <a:ext cx="1871411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5" name="Shape 69"/>
          <p:cNvSpPr/>
          <p:nvPr/>
        </p:nvSpPr>
        <p:spPr>
          <a:xfrm>
            <a:off x="9543044" y="5230368"/>
            <a:ext cx="187141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70"/>
          <p:cNvSpPr/>
          <p:nvPr/>
        </p:nvSpPr>
        <p:spPr>
          <a:xfrm>
            <a:off x="9588764" y="5285232"/>
            <a:ext cx="17799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new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live</a:t>
            </a:r>
            <a:endParaRPr lang="en-US" sz="1000" dirty="0"/>
          </a:p>
        </p:txBody>
      </p:sp>
      <p:pic>
        <p:nvPicPr>
          <p:cNvPr id="8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16196" y="5358384"/>
            <a:ext cx="237744" cy="237744"/>
          </a:xfrm>
          <a:prstGeom prst="rect">
            <a:avLst/>
          </a:prstGeom>
        </p:spPr>
      </p:pic>
      <p:sp>
        <p:nvSpPr>
          <p:cNvPr id="88" name="Text 71"/>
          <p:cNvSpPr/>
          <p:nvPr/>
        </p:nvSpPr>
        <p:spPr>
          <a:xfrm>
            <a:off x="548640" y="304495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Admin publishes →  Student consumes</a:t>
            </a:r>
            <a:endParaRPr lang="en-US" sz="1000" dirty="0"/>
          </a:p>
        </p:txBody>
      </p:sp>
      <p:sp>
        <p:nvSpPr>
          <p:cNvPr id="89" name="Text 72"/>
          <p:cNvSpPr/>
          <p:nvPr/>
        </p:nvSpPr>
        <p:spPr>
          <a:xfrm>
            <a:off x="548640" y="455371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Student activity →  queued for sync</a:t>
            </a:r>
            <a:endParaRPr lang="en-US" sz="1000" dirty="0"/>
          </a:p>
        </p:txBody>
      </p:sp>
      <p:sp>
        <p:nvSpPr>
          <p:cNvPr id="90" name="Text 7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91" name="Text 7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FEATURES  ·  1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Student Experience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Immersive PDF Reader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reader with page tracking, two-page view, zoom, thumbnail strip and multi-language support (Hindi, Marathi).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1031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22786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7448" y="219456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Gamified Rewards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53048" y="297180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page, streak tracking, and avatar evolution across Dreamer, Wizard and Explorer lineages.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6344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48390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5488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League-Based Leaderboard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60120" y="55321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climb from Bronze Bookworms to Immortal Legends. Cross-school competition drives retention.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3008" y="434340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66344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612" y="483900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7448" y="4754880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&amp; Reviews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53048" y="55321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star reviews with auto-calculating book averages via Postgres triggers.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FEATURES  ·  2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Platform &amp; Admin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4884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Quiz Generation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comprehension questions per book; difficulty scales with word count and page length. Server-side validation filters weak questions.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10312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22786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7448" y="214884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Sync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53048" y="297180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queue captures UPDATE_POINTS, READ_LOG, SUBMIT_REVIEW, SUBMIT_QUIZ events offline and replays them on reconnection with retry logic.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634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5" y="483900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091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5-Tab Analytics Dashboard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60120" y="55321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Geographic, School, Student and Reports — with Excel export and live filters by school, grade or date range.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3008" y="4343400"/>
            <a:ext cx="531860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66344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612" y="483900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7448" y="4709160"/>
            <a:ext cx="394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Drill-Down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553048" y="553212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→ taluka → school view powered by react-simple-maps and d3-geo; surfaces high- and low-engagement regions quickly.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Workflow (Day in the Life)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20140" y="278892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705" y="29644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registration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54571" y="3611880"/>
            <a:ext cx="10663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84059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21219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64119" y="278892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84" y="296448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5499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Book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75499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filter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bulk-download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98550" y="3611880"/>
            <a:ext cx="10663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328038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465198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08098" y="27889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663" y="296448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19478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Offline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419478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cached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locally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042529" y="3611880"/>
            <a:ext cx="10663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172017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309177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652077" y="278892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642" y="2964485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63457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Quiz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263457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Claude-generated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MCQs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886508" y="3611880"/>
            <a:ext cx="10663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015996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153156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496056" y="2788920"/>
            <a:ext cx="731520" cy="7315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621" y="2964485"/>
            <a:ext cx="380390" cy="38039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07436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Points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8107436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evolves,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updates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9730487" y="3611880"/>
            <a:ext cx="10663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859975" y="2011680"/>
            <a:ext cx="1691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9997135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10340035" y="278892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2964485"/>
            <a:ext cx="380390" cy="38039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51415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Sync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9951415" y="42062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replays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back online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UI  ·  1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— Student 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8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874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874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10512"/>
            <a:ext cx="422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student-dashboard.ecolearn.app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5318608" cy="3273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3624" y="3163824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9189" y="3339389"/>
            <a:ext cx="380390" cy="3803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9867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26110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~558 × 344 px fits the frame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53949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Dashboard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566928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grid · filters · points banner · avatar card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33008" y="1783080"/>
            <a:ext cx="5318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0168" y="18745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4760" y="1874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99352" y="1874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55968" y="1810512"/>
            <a:ext cx="422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immersive-pdf-reader.ecolearn.app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33008" y="2075688"/>
            <a:ext cx="5318608" cy="3273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26551" y="3163824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116" y="3339389"/>
            <a:ext cx="380390" cy="38039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33008" y="39867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33008" y="426110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~558 × 344 px fits the frame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233008" y="53949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Immersive PDF Reader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233008" y="566928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 · thumbnail strip · quiz panel · progress bar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language: red + white primary palette, gold reward accents, rounded containers, Fredoka-style rounded typography — tuned for children aged 5–12.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UI  ·  2 /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— Admin 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18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874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874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10512"/>
            <a:ext cx="422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admin.analytics.ecolearn.app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5318608" cy="3273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33624" y="3163824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9189" y="3339389"/>
            <a:ext cx="380390" cy="3803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9867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26110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~558 × 344 px fits the frame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53949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Analytics Dashboard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566928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geographic map · school &amp; student drill-down · Excel export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33008" y="1783080"/>
            <a:ext cx="5318608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0168" y="187452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4760" y="1874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99352" y="1874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55968" y="1810512"/>
            <a:ext cx="422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leaderboard.ecolearn.app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33008" y="2075688"/>
            <a:ext cx="5318608" cy="3273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26551" y="3163824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116" y="3339389"/>
            <a:ext cx="380390" cy="38039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33008" y="398678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33008" y="426110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~558 × 344 px fits the frame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233008" y="539496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 &amp; Avatar System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233008" y="5669280"/>
            <a:ext cx="531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podium · league ranks (Bronze → Legend) · avatar evolution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student views share the same design system but use role-specific layouts; all flows are responsive from 360 px up to desktop.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Data Consistency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local IndexedDB state in sync with Supabase without duplicate writes or lost updates.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205740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46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8818" y="205740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PDF Performance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3018" y="274320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100+ page PDFs smoothly on low-end Android devices without blocking the UI thread.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205740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365" y="2167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7437" y="205740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AI Output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1637" y="274320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occasionally produced malformed or trivial questions — needed strict validation.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544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3484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&amp; Cross-Origin PDFs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12064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PDFs fail cross-origin; direct fetches broke the reader intermittently.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68698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3018" y="443484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746" y="45445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8818" y="443484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Query Scaling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3018" y="512064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queries slowed dramatically when modelled across many schools and grades.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7317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1637" y="443484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365" y="45445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7437" y="4434840"/>
            <a:ext cx="2311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OTP Delivery Latency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71637" y="5120640"/>
            <a:ext cx="29056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OTPs sometimes arrived after the expiry window, frustrating new signups.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Implemented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6796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consistency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sync queue with idempotent op types (UPDATE_POINTS, READ_LOG, SUBMIT_REVIEW, SUBMIT_QUIZ) and exponential back-off retry (max 3).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457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26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PDF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Virtualised page rendering in react-pdf + off-main-thread pdfjs worker + cached text extraction in IndexedDB.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5457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66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AI output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56616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filters malformed JSON, duplicate answers, and trivially short questions; falls back to a retry prompt with stricter constraints.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457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06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for Google Drive PDFs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20624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/api/proxy-pdf route that streams the PDF server-side with correct CORS headers — client fetches from same origin.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800600"/>
            <a:ext cx="105457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scaling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484632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Materialised Supabase views for per-school aggregates; dashboard pre-fetches and paginates using cursor-based queries.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440680"/>
            <a:ext cx="105457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486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latency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5486400"/>
            <a:ext cx="6796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OTP (SMS + email), 10-minute TTL, and client-side countdown with in-app resend.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Learnings &amp; Skills Gained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019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Engineering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3774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 with Next.js 16 (App Router), React 19, TypeScript and Tailwind.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4820" y="17830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4900" y="19019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DB Design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75988" y="23774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normalised schemas, RLS policies, triggers and materialised views in Supabase Postgres.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3832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478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5021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Architecture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39776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workers, Dexie/IndexedDB, idempotent sync queues and conflict-safe write semantics.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274820" y="33832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74820" y="33832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35478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14900" y="35021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75988" y="39776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for structured generation, prompt design, and server-side output validation.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49834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1480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51023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 Engineering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41248" y="55778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prompts, caching strategies, Lighthouse profiling and mobile-first responsive design.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274820" y="4983480"/>
            <a:ext cx="34518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74820" y="4983480"/>
            <a:ext cx="9144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988" y="514807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14900" y="5102352"/>
            <a:ext cx="27203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Auth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75988" y="5577840"/>
            <a:ext cx="3140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flows, JWT sessions, and middleware-based route protection for admin endpoints.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092440" y="1783080"/>
            <a:ext cx="3459175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92440" y="1783080"/>
            <a:ext cx="345917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366760" y="1984248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Growth</a:t>
            </a:r>
            <a:endParaRPr lang="en-US" sz="1800" dirty="0"/>
          </a:p>
        </p:txBody>
      </p:sp>
      <p:sp>
        <p:nvSpPr>
          <p:cNvPr id="37" name="Text 29"/>
          <p:cNvSpPr/>
          <p:nvPr/>
        </p:nvSpPr>
        <p:spPr>
          <a:xfrm>
            <a:off x="8366760" y="2514600"/>
            <a:ext cx="291053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big system into shippable weekly milestones.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 intended for real users — not throwaway prototypes.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across browser, network, API and database layers.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decisions clearly for future maintainers.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technical work to a non-technical audience.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Reading Paths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per-student performance to recommend the next book automatically.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3018" y="205740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10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5978" y="210312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&amp; Parent Roles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3018" y="278892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dashboards with weekly nudges and home-reading reports.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1637" y="205740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229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4597" y="210312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Mobile Shell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1637" y="278892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PWA in Capacitor for push notifications and richer offline UX.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685800" cy="6858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994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48056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Reading Companion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51663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In-book chat that answers comprehension questions in the student's language.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68698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3018" y="443484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10" y="459943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5978" y="448056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Alignment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43018" y="51663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books to state board syllabi (CBSE, Maharashtra Board).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7317" y="4160520"/>
            <a:ext cx="345429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1637" y="443484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229" y="459943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4597" y="4480560"/>
            <a:ext cx="2174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71637" y="5166360"/>
            <a:ext cx="290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analysis, predictive drop-off scores, and content heat-maps.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 •  ThinkSharp Digital Library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1295" y="3657600"/>
            <a:ext cx="6400800" cy="64008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platform with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big mission.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EcoLearn Adaptive demonstrates how modern web technology — Next.js, Supabase, Dexie and LLMs — can be stitched together to deliver reliable, engaging education even where connectivity is unreliable.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4114800" cy="100584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212080" y="4754880"/>
            <a:ext cx="4114800" cy="100584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Puneet Rathi  ·  puneettrathi26@gmail.com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ThinkSharp Digital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EcoLearn Adaptive — Internship Project</dc:title>
  <dc:subject>PptxGenJS Presentation</dc:subject>
  <dc:creator>Puneet Rathi</dc:creator>
  <cp:lastModifiedBy>Puneet Rathi</cp:lastModifiedBy>
  <cp:revision>1</cp:revision>
  <dcterms:created xsi:type="dcterms:W3CDTF">2026-04-22T17:50:19Z</dcterms:created>
  <dcterms:modified xsi:type="dcterms:W3CDTF">2026-04-22T17:50:19Z</dcterms:modified>
</cp:coreProperties>
</file>